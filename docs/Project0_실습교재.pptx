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 · 실습 교재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 웹앱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만들기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+ Supabase + Vercel  /  비전공자 Step by Step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교재는 학습자가 직접 따라 만들 수 있는 워크북입니다.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슬라이드에 '강사 설명 / 실습 / 완료 기준' 이 함께 들어있습니다.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최종 결과물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이렇게 생긴 웹앱을 8시간 안에 만듭니다.</a:t>
            </a:r>
            <a:endParaRPr lang="en-US" sz="1300" dirty="0"/>
          </a:p>
        </p:txBody>
      </p:sp>
      <p:pic>
        <p:nvPicPr>
          <p:cNvPr id="8" name="Image 0" descr="C:\Users\Win\Desktop\바이브코딩 앱 개발\my-intro-app\docs\screenshots\home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3931920" cy="269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251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데스크탑 화면 (/ 메인)</a:t>
            </a:r>
            <a:endParaRPr lang="en-US" sz="1050" dirty="0"/>
          </a:p>
        </p:txBody>
      </p:sp>
      <p:pic>
        <p:nvPicPr>
          <p:cNvPr id="10" name="Image 1" descr="C:\Users\Win\Desktop\바이브코딩 앱 개발\my-intro-app\docs\screenshots\home-mobi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508760"/>
            <a:ext cx="1645920" cy="269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</a:t>
            </a:r>
            <a:endParaRPr lang="en-US" sz="1050" dirty="0"/>
          </a:p>
        </p:txBody>
      </p:sp>
      <p:pic>
        <p:nvPicPr>
          <p:cNvPr id="12" name="Image 2" descr="C:\Users\Win\Desktop\바이브코딩 앱 개발\my-intro-app\docs\screenshots\admin-log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508760"/>
            <a:ext cx="2194560" cy="12801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(/admin)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583680" y="3200400"/>
            <a:ext cx="2194560" cy="1005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0"/>
          <p:cNvSpPr/>
          <p:nvPr/>
        </p:nvSpPr>
        <p:spPr>
          <a:xfrm>
            <a:off x="6675120" y="32735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경험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AI 콘텐츠 검수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DB → 화면 연결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배포 URL 공유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준비물 체크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계정과 자료가 준비되면 실습 속도가 빨라집니다.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069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73152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준비 (반드시)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057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이력서 또는 경력 메모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18+ 설치 (nodejs.org)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계정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계정 (supabase.com)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계정 (vercel.com)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계정 (ChatGPT / Claude)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또는 코드 에디터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1600200"/>
            <a:ext cx="4069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600200"/>
            <a:ext cx="73152" cy="2743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준비 (있으면 좋음)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3752" y="2057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사진 또는 대체 이미지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자기소개 영상용 스마트폰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포트폴리오에 넣을 프로젝트 이미지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이름 (선택)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7315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11480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주민번호 · 상세 주소 · 회사 내부자료는 웹앱에 절대 올리지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8시간 실습 시간표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오전은 콘텐츠 생성, 오후는 DB·웹앱·배포 중심.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8686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25880" y="1572768"/>
            <a:ext cx="146304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572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1572768"/>
            <a:ext cx="11430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5727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572768"/>
            <a:ext cx="47548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572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65376"/>
            <a:ext cx="8686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865376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25880" y="1865376"/>
            <a:ext cx="14630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18653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09:00–10:00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88920" y="1865376"/>
            <a:ext cx="11430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186537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1~2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31920" y="1865376"/>
            <a:ext cx="47548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05072" y="186537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문제·사용자 정의 / 4W 작성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157984"/>
            <a:ext cx="868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157984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25880" y="2157984"/>
            <a:ext cx="14630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99032" y="215798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10:00–11:00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88920" y="2157984"/>
            <a:ext cx="11430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215798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0" y="2157984"/>
            <a:ext cx="47548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215798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한 줄 소개·About·Skills·FAQ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450592"/>
            <a:ext cx="8686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245059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3교시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325880" y="2450592"/>
            <a:ext cx="14630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99032" y="245059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11:00–12:00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88920" y="2450592"/>
            <a:ext cx="11430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62072" y="245059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931920" y="2450592"/>
            <a:ext cx="47548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245059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생성 + 30초 영상 + URL 확보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2743200"/>
            <a:ext cx="868680" cy="292608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274320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25880" y="2743200"/>
            <a:ext cx="1463040" cy="292608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99032" y="274320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12:00–13:00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88920" y="2743200"/>
            <a:ext cx="1143000" cy="292608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62072" y="274320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931920" y="2743200"/>
            <a:ext cx="4754880" cy="292608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05072" y="274320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3035808"/>
            <a:ext cx="8686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035808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4교시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325880" y="3035808"/>
            <a:ext cx="14630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99032" y="303580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13:00–14:00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88920" y="3035808"/>
            <a:ext cx="11430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62072" y="3035808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931920" y="3035808"/>
            <a:ext cx="47548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05072" y="303580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4 테이블 / 샘플 데이터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328416"/>
            <a:ext cx="868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" y="3328416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5교시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325880" y="3328416"/>
            <a:ext cx="14630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99032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14:00–15:00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88920" y="3328416"/>
            <a:ext cx="11430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62072" y="3328416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6-①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931920" y="3328416"/>
            <a:ext cx="47548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3328416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프로젝트 / Hero·About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" y="3621024"/>
            <a:ext cx="8686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3621024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6교시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325880" y="3621024"/>
            <a:ext cx="14630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99032" y="3621024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15:00–16:00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88920" y="3621024"/>
            <a:ext cx="11430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62072" y="362102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6-②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931920" y="3621024"/>
            <a:ext cx="47548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05072" y="36210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Skills·Projects·Media DB 연결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57200" y="3913632"/>
            <a:ext cx="8686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39136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7교시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1325880" y="3913632"/>
            <a:ext cx="14630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99032" y="391363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16:00–17:00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788920" y="3913632"/>
            <a:ext cx="11430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62072" y="39136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7-①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931920" y="3913632"/>
            <a:ext cx="47548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05072" y="391363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점검 / GitHub Push / Vercel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57200" y="4206240"/>
            <a:ext cx="8686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0352" y="4206240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8교시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325880" y="4206240"/>
            <a:ext cx="146304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399032" y="420624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17:00–18:00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788920" y="4206240"/>
            <a:ext cx="11430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62072" y="4206240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7-②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3931920" y="4206240"/>
            <a:ext cx="47548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05072" y="420624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/ 3분 발표 / 개선 계획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구조 한 장 요약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보는 것은 화면이고, 화면의 내용은 DB에서 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24688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화면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(/ 와 /admin)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45536" y="2697480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0440" y="178308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3A4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783080"/>
            <a:ext cx="2468880" cy="4114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서버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보관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25896" y="2697480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178308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783080"/>
            <a:ext cx="24688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783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(4개 테이블)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8620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88620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Key 는 코드에 직접 쓰지 않습니다 — 환경변수(.env.local) → Vercel 에 별도 입력.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CYCLE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사이클 7STEP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6개 프로젝트의 공통 골격이 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3288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URL로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09344" y="169164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609344" y="16916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09344" y="210312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9344" y="21488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00784" y="253288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흐름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61488" y="169164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2761488" y="16916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61488" y="210312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1488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역할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52928" y="253288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초안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13632" y="169164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913632" y="16916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13632" y="210312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3632" y="21488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05072" y="253288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이미지·영상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확보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65776" y="169164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5065776" y="16916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65776" y="210312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65776" y="21488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57216" y="253288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테이블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매핑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169164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6916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10312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1488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253288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섹션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70064" y="169164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370064" y="169164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70064" y="210312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70064" y="21488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61504" y="253288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앱 = 아이디어 + 데이터 + 화면 + 배포가 연결될 때 완성됩니다.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— 무엇을 해결할까?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기술보다 '왜' 가 먼저입니다.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6459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설명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기술보다 먼저 정한다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'멋진 사이트'보다 '누가 왜 보는가'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정리되면 다음 단계 진행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645920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소개 자료가 흩어진 상황 인식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웹앱으로 보여줄 나의 이미지 정리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문장 1개 작성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645920"/>
            <a:ext cx="73152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한 문장 완성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또는 옆 사람에게 5초 안에 설명 가능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슬라이드 4W로 확장 가능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56616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" y="356616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흩어진 자기소개 자료를 채용담당자가 한 URL로 볼 수 있게 만든다.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WORKSHEET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4W로 목적 정리하기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· What · Where · Why 를 채워보세요.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0020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60020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673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볼 것인가?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채용담당자, 팀원, 강사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60020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60020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673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846320" y="1984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보여줄 것인가?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역량, 프로젝트, 성장 과정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83464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8346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2907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008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사용할 것인가?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수업 제출, 면접, 포트폴리오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83464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8346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907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84632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필요한가?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나를 짧고 정확하게 소개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[누가]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볼 수 있도록,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강점]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[대표 경험]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한눈에 보여주는 자기소개 웹앱을 만든다.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정의 — 누가 볼까?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사용자를 정해야 화면 순서와 문구가 달라집니다.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6459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설명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3가지 대표 사용자 예시 검토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 따라 강조점이 달라짐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1명을 선택하면 모든 결정의 기준이 된다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645920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사용자 1명 선택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사람이 가장 궁금해할 질문 3개 작성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Hero에 들어갈 첫인상 한 문장 정의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645920"/>
            <a:ext cx="73152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 1명 + 질문 3개 완성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본인이 1분 안에 설명 가능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26974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730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채용담당자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400507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짧고 검증 가능한 경력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3703320"/>
            <a:ext cx="26974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3730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29000" y="400507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가능성 / 역할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26480" y="3703320"/>
            <a:ext cx="26974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730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강사·멘토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400507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성과 / 성장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흐름 + MVP 범위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8시간에는 '작동하는 최소 기능' 에 집중합니다.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1600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 행동 흐름 (6 섹션)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19202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755648" y="2167128"/>
            <a:ext cx="914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874520" y="19202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172968" y="2167128"/>
            <a:ext cx="914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91840" y="19202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90288" y="2167128"/>
            <a:ext cx="914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19202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07608" y="2167128"/>
            <a:ext cx="914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126480" y="19202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24928" y="2167128"/>
            <a:ext cx="914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543800" y="19202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3800" y="1920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274320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274320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Must — 반드시 구현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한 줄 소개 · 자기소개 문단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 4~6개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또는 영상 1개 이상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URL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17720" y="2743200"/>
            <a:ext cx="4069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2743200"/>
            <a:ext cx="73152" cy="1691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Won't — 오늘 제외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73752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회원가입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기능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AI 챗봇 API 연동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관리자 페이지 (간단 admin은 BONUS 단계에서)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무엇을 도와줄까?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'대신 완성'하는 도구가 아니라 초안과 구조를 돕는 도구입니다.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6459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설명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이력서 요약 / 문장 다듬기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역량 키워드 추출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이미지·영상 프롬프트 작성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645920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4장의 프롬프트를 차례로 실행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본인 말투로 다시 쓰기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다른 내용 삭제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645920"/>
            <a:ext cx="73152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소개 / About / Skills / FAQ 초안 완성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후 본인이 100% 설명 가능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566160"/>
            <a:ext cx="7315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" y="356616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원칙 — '최고, 완벽, 전문가' 같은 과장 표현은 줄이고, 타인이 봐도 이해되는 문장으로 다듬습니다.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PROMPT 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소개 만들기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Hero에 들어갈 30자 내외 문장.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00200"/>
            <a:ext cx="8229600" cy="2194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69164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프롬프트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이력서 내용을 바탕으로 자기소개 웹앱 첫 화면에 들어갈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줄 소개를 5개 제안해 줘.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과장하지 말 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비전공자도 이해하기 쉽게 쓸 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'무엇을 잘하는 사람인지' 드러낼 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30자 내외로 짧게 쓸 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이력서 내용: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[여기에 내 이력서 또는 경력 메모 붙여넣기]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9319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— AI가 만든 5개 중 1개를 고르고 본인 말투로 수정 → DB profiles.headline 에 저장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PROMPT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문단 만들기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섹션은 3~5문장으로 간결하게.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00200"/>
            <a:ext cx="8229600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69164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프롬프트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정보를 바탕으로 About 섹션에 넣을 4문장 자기소개를 작성해 줘.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포함할 내용: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현재 관심 분야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내가 잘하는 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대표 경험 또는 학습 경험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앞으로 만들고 싶은 AI 앱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 사실 기반 / 친근하지만 전문적 / 문장은 짧게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2336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402336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 — 문단을 읽었을 때 '내가 누구인지' 바로 이해되어야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PROMPT 3·4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카드 + FAQ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기술명보다 '할 수 있는 일' 중심으로.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3 — Skills 6개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1874520"/>
            <a:ext cx="406908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196596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 이력서를 바탕으로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카드 6개를 만들어 줘.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카드는: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역량명 (짧게)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한 문장 설명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숙련도: 학습 중 / 가능 / 능숙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기술명보다 '할 수 있는 일'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중심으로 작성.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4 — FAQ 5개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1874520"/>
            <a:ext cx="406908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96596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방문자가 궁금해할 질문 예시: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어떤 일을 잘하나요?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어떤 도구를 사용할 수 있나요?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어떤 프로젝트를 만들고 싶나요?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협업할 때 강점은?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 형식으로 FAQ 5개를 만들어 줘.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답변은 2문장 이내.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· 영상 준비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웹앱의 첫인상을 만드는 콘텐츠.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6459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설명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 대표 이미지 1장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이미지 1장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카드용 이미지 1~2장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자기소개 영상 1개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645920"/>
            <a:ext cx="73152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생성 도구로 깨끗한 이미지 만들기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스마트폰으로 30초 영상 녹화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YouTube에 '일부공개' 로 업로드 → URL 확보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1645920"/>
            <a:ext cx="26974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645920"/>
            <a:ext cx="73152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7373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2103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URL 2개 이상 확보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URL 1개 (선택)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media 테이블에 입력 준비 완료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566160"/>
            <a:ext cx="73152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" y="356616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에는 파일이 아니라 'URL'만 저장합니다. 큰 파일 직접 업로드는 피하세요.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4 테이블 한 장 요약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처음에는 복잡한 관계 대신 단순 4 테이블로 시작.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45920"/>
            <a:ext cx="1993392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16459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2066544"/>
            <a:ext cx="199339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1488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575304"/>
            <a:ext cx="199339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5753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1행 (나)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42032" y="1645920"/>
            <a:ext cx="1993392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2542032" y="16459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542032" y="2066544"/>
            <a:ext cx="199339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06624" y="21488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skill_name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skill_desc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42032" y="3575304"/>
            <a:ext cx="199339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2542032" y="35753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26864" y="1645920"/>
            <a:ext cx="1993392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626864" y="16459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26864" y="2066544"/>
            <a:ext cx="199339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1488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demo_url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26864" y="3575304"/>
            <a:ext cx="199339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4626864" y="35753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11696" y="1645920"/>
            <a:ext cx="1993392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711696" y="16459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11696" y="2066544"/>
            <a:ext cx="199339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2148840"/>
            <a:ext cx="1664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video_url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711696" y="3575304"/>
            <a:ext cx="199339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6711696" y="35753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11480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" y="411480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원칙 — 이미지·영상은 파일이 아니라 URL만 저장 (Storage 와 분리).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· 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프로젝트 만들기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5분이면 첫 번째 테이블까지 만들 수 있습니다.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824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1645920"/>
            <a:ext cx="7772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1645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supabase.com 가입 → New Project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20756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2039112"/>
            <a:ext cx="7772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20391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DB 비밀번호 입력 (메모해 두기)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2432304"/>
            <a:ext cx="7772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24323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리전(서울/도쿄) 선택 → Create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28620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2825496"/>
            <a:ext cx="7772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28254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 SQL Editor 클릭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325526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4400" y="3218688"/>
            <a:ext cx="7772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" y="32186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교재의 schema.sql 통째로 붙여넣기 → Run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364845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648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" y="3611880"/>
            <a:ext cx="777240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8992" y="3611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 Table Editor → 4 테이블 확인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16052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" y="41605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Settings → API 에서 Project URL 과 anon public 키를 복사해 두세요.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· CODE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schema.sql — 통째로 Run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+ RLS 정책 + 샘플 데이터를 한 번에 생성.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-- 1) profiles : 나의 기본 정보 (한 사람당 1행)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profiles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uuid primary key default gen_random_uuid(),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text, headline text, summary text, email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-- 2) skills / 3) projects / 4) media 도 동일 패턴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RLS: 누구나 읽기만, 쓰기는 Dashboard 에서만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profiles enable row level security;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"public read profiles" on profiles for select using (true);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데이터(insert)도 schema.sql 끝부분에 포함 → 별도 입력 불필요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 구조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이름과 역할부터 익숙해지면 됩니다.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1627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app/page.tsx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16276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— DB 조회 후 6개 섹션 조립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18790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app/layout.tsx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18790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레이아웃 / 푸터 / 한글 lang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130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app/admin/page.tsx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21305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 — 비밀번호 + 4개 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23820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app/api/admin/route.ts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23820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API — 비밀번호 검증 + DB 쓰기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2633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components/*.tsx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49040" y="26334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Hero·About·Skills·Projects·Media·Contact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28849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lib/supabase.ts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8849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클라이언트 (anon key, 읽기 전용)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136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lib/supabase-admin.ts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49040" y="313639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전용 (service_role, RLS 우회)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3878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lib/mock-data.ts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49040" y="33878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모드용 샘플 데이터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3639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lib/types.ts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36393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4 테이블의 TypeScript 타입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38907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supabase/schema.sql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49040" y="38907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+ RLS + 샘플 데이터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4142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.env.local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49040" y="41422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Key 보관 — GitHub 금지!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받기 → 설치 → 실행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명령어로 로컬 서버를 띄웁니다.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00200"/>
            <a:ext cx="8229600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1600200"/>
            <a:ext cx="73152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6459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1892808"/>
            <a:ext cx="78638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강사가 제공한 zip 압축 풀기 또는 GitHub 에서 clone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 my-intro-app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my-intro-app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의존성 설치 (1~2분)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환경변수 파일 만들기 (다음 슬라이드 참고)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.env.local.example .env.local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개발 서버 실행 → http://localhost:3000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2336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02336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env가 아직 없어도 데모 모드(샘플 데이터)로 화면이 뜹니다 — 멈추지 말고 진행.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CONFIG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— API Key 안전 보관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 코드에 직접 쓰지 않고, GitHub 에 올리지 않는다.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554480"/>
            <a:ext cx="8229600" cy="1783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645920"/>
            <a:ext cx="7955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공개 키 (브라우저 노출 OK · RLS public read 로 보호)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NEXT_PUBLIC_SUPABASE_URL=https://YOUR-PROJECT-ID.supabase.co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NEXT_PUBLIC_SUPABASE_ANON_KEY=...                    # anon public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서버 전용 (절대 NEXT_PUBLIC_ 접두사 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ADMIN_PASSWORD=myproject1234                          # 본인이 정함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SUPABASE_SERVICE_ROLE_KEY=...                         # service_role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74720"/>
            <a:ext cx="73152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4747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 </a:t>
            </a:r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service_role 키는 RLS 를 우회합니다. 절대 외부 공유 금지 — 발견 즉시 재발급.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3192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39319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.gitignore 에 .env.local 이 이미 등록되어 있습니다 → git status 에 보이지 않아야 정상.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RESULT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run dev — 실제 화면 확인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보이면 1차 성공입니다.</a:t>
            </a:r>
            <a:endParaRPr lang="en-US" sz="1300" dirty="0"/>
          </a:p>
        </p:txBody>
      </p:sp>
      <p:pic>
        <p:nvPicPr>
          <p:cNvPr id="22" name="Image 0" descr="C:\Users\Win\Desktop\바이브코딩 앱 개발\my-intro-app\docs\screenshots\home-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2011680" cy="2606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페이지 (스크롤)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834640" y="1554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섹션 × DB 테이블 매핑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834640" y="192024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28346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51960" y="2080260"/>
            <a:ext cx="2743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572000" y="1920240"/>
            <a:ext cx="4069080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profiles.name / headline + media.image_url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834640" y="2313432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2834640" y="2313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251960" y="2473452"/>
            <a:ext cx="2743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572000" y="2313432"/>
            <a:ext cx="4069080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81728" y="2313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profiles.summary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834640" y="2706624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36" name="Text 33"/>
          <p:cNvSpPr/>
          <p:nvPr/>
        </p:nvSpPr>
        <p:spPr>
          <a:xfrm>
            <a:off x="2834640" y="27066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251960" y="2866644"/>
            <a:ext cx="2743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572000" y="2706624"/>
            <a:ext cx="4069080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81728" y="2706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(모든 행)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2834640" y="3099816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41" name="Text 38"/>
          <p:cNvSpPr/>
          <p:nvPr/>
        </p:nvSpPr>
        <p:spPr>
          <a:xfrm>
            <a:off x="2834640" y="30998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251960" y="3259836"/>
            <a:ext cx="2743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572000" y="3099816"/>
            <a:ext cx="4069080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81728" y="30998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 (모든 행)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2834640" y="3493008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46" name="Text 43"/>
          <p:cNvSpPr/>
          <p:nvPr/>
        </p:nvSpPr>
        <p:spPr>
          <a:xfrm>
            <a:off x="2834640" y="3493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251960" y="3653028"/>
            <a:ext cx="2743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4572000" y="3493008"/>
            <a:ext cx="4069080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81728" y="3493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(YouTube URL 자동 임베드)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834640" y="38862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1" name="Text 48"/>
          <p:cNvSpPr/>
          <p:nvPr/>
        </p:nvSpPr>
        <p:spPr>
          <a:xfrm>
            <a:off x="28346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251960" y="4046220"/>
            <a:ext cx="27432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4572000" y="3886200"/>
            <a:ext cx="4069080" cy="32004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681728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profiles.email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TIP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모드 vs 실데이터 모드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환경변수가 없어도 앱이 동작합니다.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00200"/>
            <a:ext cx="4069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600200"/>
            <a:ext cx="73152" cy="2743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MODE (env 없음)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20574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상단에 노란 'DEMO MODE' 배너 표시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lib/mock-data.ts 의 샘플 데이터 사용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시연이나 첫 점검에 유용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미접속 — 인터넷 끊겨도 동작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isDemoMode = 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1600200"/>
            <a:ext cx="40690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1600200"/>
            <a:ext cx="73152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LIVE MODE (env 있음)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73752" y="20574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사라짐 → Supabase 데이터 사용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페이지(/admin) 에서 입력한 내용이 즉시 반영 (60초)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Push / Vercel 배포 시에도 동일하게 동작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안 보이면 RLS 또는 env 오타 의심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isDemoMode = false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CODE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page.tsx — DB → 화면 데이터 흐름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컴포넌트가 4 테이블을 한 번에 조회.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supabase, isDemoMode } from "@/lib/supabase";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MOCK_PROFILE, MOCK_SKILLS, ... } from "@/lib/mock-data";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revalidate = 60;  // 60초마다 재조회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getData()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(isDemoMode || !supabase) {                       // env 없으면 mock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profile: MOCK_PROFILE, skills: MOCK_SKILLS, ...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[p, sk, pr, m] = await Promise.all([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supabase.from("profiles").select("*").limit(1).maybeSingle(),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supabase.from("skills").select("*"),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profile: p.data, skills: sk.data, ...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DEMO MODE 가 학습자를 보호 — env를 잊어도 앱이 뻗지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모바일에서 반응형 점검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포트폴리오는 모바일로 볼 가능성이 높습니다.</a:t>
            </a:r>
            <a:endParaRPr lang="en-US" sz="1300" dirty="0"/>
          </a:p>
        </p:txBody>
      </p:sp>
      <p:pic>
        <p:nvPicPr>
          <p:cNvPr id="22" name="Image 0" descr="C:\Users\Win\Desktop\바이브코딩 앱 개발\my-intro-app\docs\screenshots\home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08760"/>
            <a:ext cx="1828800" cy="2606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(420px)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0" y="1600200"/>
            <a:ext cx="5943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0" y="1600200"/>
            <a:ext cx="73152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29718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항목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017520" y="20116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텍스트가 너무 작지 않은가?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이미지가 잘리지 않는가?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손가락으로 누를 수 있는가?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링크가 열리는가?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Skills/Projects 카드가 세로로 쌓이는가?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43200" y="3794760"/>
            <a:ext cx="5943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0" y="379476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7"/>
          <p:cNvSpPr/>
          <p:nvPr/>
        </p:nvSpPr>
        <p:spPr>
          <a:xfrm>
            <a:off x="2907792" y="379476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Chrome 개발자 도구 (F12) → Toggle device toolbar 로 모바일 시뮬레이션.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 · 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에 코드 저장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전에 코드가 안전하게 저장되어야 합니다.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1600200"/>
            <a:ext cx="5029200" cy="2697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1600200"/>
            <a:ext cx="73152" cy="2697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1645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1892808"/>
            <a:ext cx="466344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저장소 초기화 + 첫 커밋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초기 커밋"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GitHub 에서 새 저장소 생성 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1600200"/>
            <a:ext cx="301752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1600200"/>
            <a:ext cx="73152" cy="2697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 전 확인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97880" y="20574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.gitignore 에 .env.local 포함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status 에 .env.local 안 보임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Key 가 코드에 박혀있지 않음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README 에 실행 방법 작성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 · 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배포 — 5단계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URL 이 생기면 외부에서 접속 가능.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7280" y="162763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1627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저장소를 Vercel 에 Import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97280" y="213055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21305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Framework Preset = Next.js (자동 인식)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97280" y="263347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2633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Environment Variables 에 4개 키 입력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97280" y="313639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31363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Deploy 클릭 → 1~2분 대기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3675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97280" y="3639312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36393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발급된 URL 을 PC + 모바일에서 확인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 (/admin)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을 만지지 않고 화면에서 데이터 입력.</a:t>
            </a:r>
            <a:endParaRPr lang="en-US" sz="1300" dirty="0"/>
          </a:p>
        </p:txBody>
      </p:sp>
      <p:pic>
        <p:nvPicPr>
          <p:cNvPr id="8" name="Image 0" descr="C:\Users\Win\Desktop\바이브코딩 앱 개발\my-intro-app\docs\screenshots\admin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54480"/>
            <a:ext cx="402336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886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/admin 비밀번호 입력 화면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0" y="1554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 흐름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901952"/>
            <a:ext cx="393192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901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/admin 접속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340864"/>
            <a:ext cx="393192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2340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ADMIN_PASSWORD 입력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54880" y="2779776"/>
            <a:ext cx="393192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2779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x-admin-password 헤더 검증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54880" y="3218688"/>
            <a:ext cx="3931920" cy="38404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3218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 Profile / Skills / Projects / Media 폼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4160520"/>
            <a:ext cx="818388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416052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service_role 키는 서버에서만 사용 — 브라우저에 절대 노출되지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BONUS · SECURITY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 보안 설계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+ 서버 키 분리로 안전하게.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27632"/>
            <a:ext cx="7315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276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x-admin-password 헤더 검증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86200" y="1627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POST/DELETE 는 서버에서 비밀번호 확인 후 진행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84832"/>
            <a:ext cx="7315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84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service_role 은 서버 전용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86200" y="20848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NEXT_PUBLIC_ 접두사 없음 → 브라우저 번들에서 제외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42032"/>
            <a:ext cx="7315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42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경로 단일화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86200" y="25420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변경은 /api/admin 한 곳을 통해서만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99232"/>
            <a:ext cx="7315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99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sessionStorage 만 사용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86200" y="29992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비밀번호를 localStorage 에 저장하지 않음 (탭 닫으면 사라짐)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56432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56432"/>
            <a:ext cx="7315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56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profiles 자동 upsert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86200" y="34564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 1행 유지 — 중복 입력 방지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13632"/>
            <a:ext cx="8229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13632"/>
            <a:ext cx="73152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136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페이지는 anon key + RLS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886200" y="3913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페이지는 읽기만, 쓰기는 admin 만 가능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발생하는 오류와 해결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오류는 실패가 아니라 구조를 이해하는 기회.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27632"/>
            <a:ext cx="24231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627632"/>
            <a:ext cx="30175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627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75104"/>
            <a:ext cx="269748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75104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not found: @supabase/...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975104"/>
            <a:ext cx="2423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7510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install 누락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1975104"/>
            <a:ext cx="301752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97510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install 재실행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368296"/>
            <a:ext cx="26974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68296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env.local 에 ... 설정해 주세요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368296"/>
            <a:ext cx="2423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36829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미입력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2368296"/>
            <a:ext cx="3017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36829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파일명·내용 재확인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761488"/>
            <a:ext cx="269748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61488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'데이터가 아직 없습니다' 화면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761488"/>
            <a:ext cx="2423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76148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profiles 비어있음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2761488"/>
            <a:ext cx="301752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76148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Table Editor 에 1행 추가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154680"/>
            <a:ext cx="26974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154680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Build failed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154680"/>
            <a:ext cx="2423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15468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미입력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0" y="3154680"/>
            <a:ext cx="3017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1546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Settings 에서 재입력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547872"/>
            <a:ext cx="269748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547872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이미지 깨짐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3547872"/>
            <a:ext cx="242316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547872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도메인 미허용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0" y="3547872"/>
            <a:ext cx="3017520" cy="39319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354787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next.config.js remotePatterns 추가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3941064"/>
            <a:ext cx="26974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941064"/>
            <a:ext cx="2514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관리자 로그인 실패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3941064"/>
            <a:ext cx="24231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394106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ADMIN_PASSWORD 불일치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0" y="3941064"/>
            <a:ext cx="3017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394106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값 확인 후 재시작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 CHECK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전 최종 체크리스트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항목을 확인한 뒤 URL 을 제출합니다.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97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30552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Hero / About 표시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Skills 4개 이상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Projects 1개 이상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이미지·영상 표시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627632"/>
            <a:ext cx="2697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배포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993392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130552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Supabase 데이터 표시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환경변수 정상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Vercel URL 접속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모바일 화면 확인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627632"/>
            <a:ext cx="2697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993392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130552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개인정보 제거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API Key 비공개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저작권 OK 이미지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회사 내부정보 없음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60520"/>
            <a:ext cx="73152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1605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양식 — 이름 / 웹앱 제목 / 배포 URL / GitHub URL / 사용한 AI 도구 / 어려웠던 점 / 개선 계획.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발표 — 흐름으로 설명하기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앱보다 '어떤 흐름으로 만들었는가'.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824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1627632"/>
            <a:ext cx="76809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6276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16276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만들었는가?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0" y="16276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396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39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2084832"/>
            <a:ext cx="76809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0848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보는가?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0" y="20848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968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2542032"/>
            <a:ext cx="76809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2542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생성·검수했나?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0540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" y="2999232"/>
            <a:ext cx="76809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29992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1720" y="29992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데이터를 저장했나?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0" y="29992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5112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05840" y="3456432"/>
            <a:ext cx="76809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34564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331720" y="34564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로 접속 가능한가?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315200" y="34564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96849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5840" y="3913632"/>
            <a:ext cx="76809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39136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331720" y="39136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점과 다음 계획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315200" y="39136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20초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 실습교재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48828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NOTE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보안 권고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프로젝트는 14.2.35 (14.x 라인 마지막 패치) 사용.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069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73152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011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critical 권고 0건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high 1건 / moderate 1건 (잔존)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학습용으로는 안전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600200"/>
            <a:ext cx="40690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600200"/>
            <a:ext cx="73152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실서비스로 확장 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2011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15+ 메이저 업그레이드 권장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(React 19 동반, API 일부 변경)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의존성 점검 명령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37560"/>
            <a:ext cx="73152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6EF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Terminal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63016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audit              # 현재 권고 상세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outdated           # 새 버전 안내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흐름이 모든 AI 앱의 골격이다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01168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 / NLP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챗봇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558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자동화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297180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3558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3558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배포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데이터 → AI → 화면 → 배포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 에서 익힌 순서가 이후 모든 프로젝트의 공통 골격이 됩니다.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66344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0 — 자기소개 웹앱 실습 교재</dc:title>
  <dc:subject>PptxGenJS Presentation</dc:subject>
  <dc:creator>AI혁신 길라잡이 김사부 | AI 앱크리에이터 과정</dc:creator>
  <cp:lastModifiedBy>AI혁신 길라잡이 김사부 | AI 앱크리에이터 과정</cp:lastModifiedBy>
  <cp:revision>1</cp:revision>
  <dcterms:created xsi:type="dcterms:W3CDTF">2026-06-19T06:46:23Z</dcterms:created>
  <dcterms:modified xsi:type="dcterms:W3CDTF">2026-06-19T06:46:23Z</dcterms:modified>
</cp:coreProperties>
</file>