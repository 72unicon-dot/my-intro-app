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457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0 · 사전 통합 실습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자기소개 웹앱을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8시간에 끝까지 만들기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콘텐츠 생성 → DB 저장 → 화면 연결 → 배포까지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· Supabase · Vercel  /  비전공자 Step by Step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0" y="4434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INTRO ·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만들 최종 결과물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이력과 자기소개 자료를 하나의 URL로 만들어 공유합니다.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0690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73152" cy="2606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 형태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219456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자기소개 Hero 화면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경력 · 역량 · 프로젝트 섹션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이미지와 자기소개 영상 삽입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접속 가능한 배포 URL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페이지로 데이터 입력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691640"/>
            <a:ext cx="40690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691640"/>
            <a:ext cx="73152" cy="2606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핵심 경험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73752" y="219456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만든 콘텐츠를 그대로 쓰지 않고 검토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DB에 저장한 데이터를 화면에 연결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환경변수로 API Key를 안전하게 다루기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Push → Vercel 배포 흐름 체득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모바일에서 배포 결과 직접 확인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ARCHITECTURE ·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줄로 이해하는 전체 구조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보는 것은 화면이고, 화면의 내용은 DB에서 옵니다.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2468880" cy="1828800"/>
          </a:xfrm>
          <a:prstGeom prst="rect">
            <a:avLst/>
          </a:prstGeom>
          <a:solidFill>
            <a:srgbClr val="FFFFFF"/>
          </a:solidFill>
          <a:ln w="3175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74520"/>
            <a:ext cx="24688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화면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(/ 와 /admin)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45536" y="2788920"/>
            <a:ext cx="33832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20440" y="1874520"/>
            <a:ext cx="2468880" cy="1828800"/>
          </a:xfrm>
          <a:prstGeom prst="rect">
            <a:avLst/>
          </a:prstGeom>
          <a:solidFill>
            <a:srgbClr val="FFFFFF"/>
          </a:solidFill>
          <a:ln w="31750">
            <a:solidFill>
              <a:srgbClr val="3A4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1874520"/>
            <a:ext cx="2468880" cy="41148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Vercel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11880" y="23774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서버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환경변수 보관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25896" y="2788920"/>
            <a:ext cx="33832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0" y="1874520"/>
            <a:ext cx="2468880" cy="1828800"/>
          </a:xfrm>
          <a:prstGeom prst="rect">
            <a:avLst/>
          </a:prstGeom>
          <a:solidFill>
            <a:srgbClr val="FFFFFF"/>
          </a:solidFill>
          <a:ln w="3175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874520"/>
            <a:ext cx="246888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23774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· Storage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(4개 테이블)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핵심: API Key 는 코드에 직접 쓰지 않습니다. 환경변수(.env.local) → Vercel 에 별도 입력.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CYCLE ·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사이클 7STEP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0 에서 익힌 흐름이 이후 6개 프로젝트의 공통 골격이 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106424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110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1106424" cy="10515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40280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624328"/>
            <a:ext cx="923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자기소개를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URL로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609344" y="1783080"/>
            <a:ext cx="1106424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609344" y="1783080"/>
            <a:ext cx="110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09344" y="2194560"/>
            <a:ext cx="1106424" cy="10515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9344" y="2240280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00784" y="2624328"/>
            <a:ext cx="923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페르소나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흐름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61488" y="1783080"/>
            <a:ext cx="1106424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2761488" y="1783080"/>
            <a:ext cx="110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61488" y="2194560"/>
            <a:ext cx="1106424" cy="10515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61488" y="2240280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역할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52928" y="2624328"/>
            <a:ext cx="923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초안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913632" y="1783080"/>
            <a:ext cx="1106424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3913632" y="1783080"/>
            <a:ext cx="110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13632" y="2194560"/>
            <a:ext cx="1106424" cy="10515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13632" y="2240280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05072" y="2624328"/>
            <a:ext cx="923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이미지·영상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 확보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65776" y="1783080"/>
            <a:ext cx="1106424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5065776" y="1783080"/>
            <a:ext cx="110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65776" y="2194560"/>
            <a:ext cx="1106424" cy="10515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65776" y="2240280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57216" y="2624328"/>
            <a:ext cx="923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테이블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매핑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1783080"/>
            <a:ext cx="1106424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1783080"/>
            <a:ext cx="110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2194560"/>
            <a:ext cx="1106424" cy="10515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2240280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MVP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09360" y="2624328"/>
            <a:ext cx="923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섹션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370064" y="1783080"/>
            <a:ext cx="1106424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7370064" y="1783080"/>
            <a:ext cx="110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7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70064" y="2194560"/>
            <a:ext cx="1106424" cy="10515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70064" y="2240280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461504" y="2624328"/>
            <a:ext cx="923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Vercel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앱 = 아이디어 + 데이터 + 화면 + 배포가 연결될 때 완성됩니다.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· 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 — 무엇을 해결할까?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문제는 기술보다 먼저 정합니다. '멋진 사이트'보다 '누가 왜 보는가'.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1691640"/>
            <a:ext cx="40690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1691640"/>
            <a:ext cx="73152" cy="2468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 설명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" y="21945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소개 자료가 흩어져 있는 상황을 한 문장으로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웹앱으로 보여주고 싶은 나의 이미지 정리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기술보다 '왜' 가 먼저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17720" y="1691640"/>
            <a:ext cx="40690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1691640"/>
            <a:ext cx="73152" cy="2468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— 한 문장 정의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46320" y="2240280"/>
            <a:ext cx="3657600" cy="17830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2331720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[누가]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볼 수 있도록,
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[나의 핵심 강점]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 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[대표 경험]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보여주는 자기소개 웹앱을 만든다.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· 06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정의와 방문자 행동 흐름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사용자를 정해야 화면 순서와 문구가 달라집니다.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1645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사용자 후보 (1명 선택)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2011680"/>
            <a:ext cx="40690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011680"/>
            <a:ext cx="73152" cy="6217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2066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채용담당자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2322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짧고 검증 가능한 경력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2724912"/>
            <a:ext cx="40690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724912"/>
            <a:ext cx="73152" cy="6217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27797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팀원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3035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협업 가능성과 역할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438144"/>
            <a:ext cx="40690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438144"/>
            <a:ext cx="73152" cy="6217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 · 멘토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성과와 성장 과정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17720" y="1645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흐름 (6 섹션)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617720" y="205740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20574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Hero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989320" y="205740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89320" y="20574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360920" y="205740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60920" y="20574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617720" y="283464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28346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989320" y="283464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89320" y="28346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Media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360920" y="283464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60920" y="28346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617720" y="37033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Must: 이름·한 줄 소개·자기소개 / Skills 4~6 / 이미지·영상 1 / 배포 URL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 · 07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콘텐츠 4개 프롬프트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는 작성자 대신 완성하는 도구가 아니라, 초안과 구조를 돕는 도구입니다.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1645920"/>
            <a:ext cx="199339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1645920"/>
            <a:ext cx="73152" cy="2331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17373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205740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소개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4360" y="2514600"/>
            <a:ext cx="4572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65176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30자 내외, 과장 금지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비전공자도 이해 쉽게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42032" y="1645920"/>
            <a:ext cx="199339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42032" y="1645920"/>
            <a:ext cx="73152" cy="2331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2679192" y="17373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79192" y="205740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About 문단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679192" y="2514600"/>
            <a:ext cx="4572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79192" y="265176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/ 강점 / 경험 / 목표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4문장, 친근하고 전문적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26864" y="1645920"/>
            <a:ext cx="199339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26864" y="1645920"/>
            <a:ext cx="73152" cy="2331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4764024" y="17373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64024" y="205740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Skills 6개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764024" y="2514600"/>
            <a:ext cx="4572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64024" y="265176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'할 수 있는 일' 중심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'학습 중' 도 솔직히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711696" y="1645920"/>
            <a:ext cx="199339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11696" y="1645920"/>
            <a:ext cx="73152" cy="2331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6848856" y="17373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48856" y="205740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 5개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848856" y="2514600"/>
            <a:ext cx="4572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48856" y="265176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방문자 질문 → 2문장 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 답변으로 안전하게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 원칙 — 사실과 다른 내용 삭제 / 과장 표현 줄이기 / 내 말투로 다시 쓰기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 · 08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이미지·영상은 'URL' 로 다룬다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에는 파일이 아니라 '파일 주소' 만 저장합니다.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1691640"/>
            <a:ext cx="40690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1691640"/>
            <a:ext cx="73152" cy="2468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초급자 방식 (안전한 시작)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3232" y="22402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이미지: public 폴더 또는 Supabase Storage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영상: 일부공개 YouTube 링크 등 외부 URL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media 테이블에는 URL 만 입력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30초 자기소개 영상 → 클릭 재생 권장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17720" y="1691640"/>
            <a:ext cx="40690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1691640"/>
            <a:ext cx="73152" cy="2468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73752" y="22402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대용량 영상 파일 직접 업로드는 피하기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한글·공백 파일명은 오류의 원인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저작권 불명확한 이미지 사용 금지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민감한 개인 사진은 공개 전 확인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 · 09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 4개 테이블 한 장 요약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처음에는 복잡한 관계 대신 단순 4 테이블로 시작합니다.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1645920"/>
            <a:ext cx="199339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16459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2103120"/>
            <a:ext cx="199339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19456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headline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1993392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65760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1행 (나)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42032" y="1645920"/>
            <a:ext cx="199339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2542032" y="16459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542032" y="2103120"/>
            <a:ext cx="199339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79192" y="219456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skill_name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skill_desc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42032" y="3657600"/>
            <a:ext cx="1993392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2542032" y="365760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26864" y="1645920"/>
            <a:ext cx="199339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4626864" y="16459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626864" y="2103120"/>
            <a:ext cx="199339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64024" y="219456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image_url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demo_url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26864" y="3657600"/>
            <a:ext cx="1993392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4626864" y="365760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행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11696" y="1645920"/>
            <a:ext cx="199339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6711696" y="16459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711696" y="2103120"/>
            <a:ext cx="199339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48856" y="2194560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image_url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video_url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711696" y="3657600"/>
            <a:ext cx="1993392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4" name="Text 42"/>
          <p:cNvSpPr/>
          <p:nvPr/>
        </p:nvSpPr>
        <p:spPr>
          <a:xfrm>
            <a:off x="6711696" y="365760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행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원칙: 이미지·영상은 파일이 아니라 URL 만 저장 → Storage 분리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 · 10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매핑 — supabase/schema.sql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 → SQL Editor 에 통째로 붙여넣고 Run.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1554480"/>
            <a:ext cx="8229600" cy="2560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1664208"/>
            <a:ext cx="790041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-- 1) profiles : 나의 기본 정보 (한 사람당 1행)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profiles 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uuid primary key default gen_random_uuid(),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text, headline text, summary text, email text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-- 2) skills / 3) projects / 4) media 도 동일한 패턴으로 생성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RLS: 누구나 읽기만 가능, 쓰기는 Dashboard 에서만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profiles enable row level security;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policy "public read profiles" on profiles for select using (true);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187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샘플 데이터까지 한 번에 들어가도록 schema.sql 끝부분에 insert 문 포함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 · 11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폴더 구조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이름과 역할부터 익숙해지면 됩니다.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1645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app/page.tsx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749040" y="1645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화면 — DB 조회 후 6개 섹션 조립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1920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app/layout.tsx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749040" y="19202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레이아웃 / 푸터 / 한글 lang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2194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app/admin/page.tsx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749040" y="21945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페이지 — 비밀번호 + 4개 폼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2468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app/api/admin/route.ts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749040" y="24688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API — 비밀번호 검증 + DB 쓰기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2743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components/*.tsx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749040" y="27432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Hero · About · Skills · Projects · Media · Contact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2920" y="3017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lib/supabase.ts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749040" y="30175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클라이언트 (anon key, 읽기 전용)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" y="3291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lib/supabase-admin.ts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749040" y="32918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전용 (service_role, RLS 우회)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2920" y="3566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lib/types.ts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749040" y="35661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4 테이블의 TypeScript 타입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2920" y="3840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supabase/schema.sql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749040" y="3840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 + RLS + 샘플 데이터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02920" y="4114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.env.local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749040" y="4114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Key 보관 — GitHub 금지!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 · 12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page.tsx — DB → 화면 데이터 흐름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컴포넌트가 Promise.all 로 4 테이블을 한 번에 조회합니다.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1554480"/>
            <a:ext cx="8229600" cy="2560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1664208"/>
            <a:ext cx="790041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supabase } from "@/lib/supabase";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Hero from "@/components/Hero";  // (다른 컴포넌트들도)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revalidate = 60;  // 60초마다 재조회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getData()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[p, sk, pr, m] = await Promise.all([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supabase.from("profiles").select("*").limit(1).maybeSingle(),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supabase.from("skills").select("*"),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supabase.from("projects").select("*"),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supabase.from("media").select("*")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profile: p.data, skills: sk.data, ... };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187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profile 이 없으면 '데이터가 아직 없습니다' 안내 → 학습자가 원인을 바로 인지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 · 13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컴포넌트 × DB 테이블 매핑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섹션이 어느 테이블에서 데이터를 받는지 한눈에 확인합니다.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1691640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1691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Hero.tsx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46120" y="1883664"/>
            <a:ext cx="4114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703320" y="1691640"/>
            <a:ext cx="4937760" cy="384048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16916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profiles.name / headline + media.image_url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2148840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148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About.tsx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46120" y="2340864"/>
            <a:ext cx="4114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703320" y="2148840"/>
            <a:ext cx="4937760" cy="384048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21488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profiles.summary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2606040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2606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Skills.tsx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46120" y="2798064"/>
            <a:ext cx="4114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703320" y="2606040"/>
            <a:ext cx="4937760" cy="384048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0" y="26060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 (모든 행)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3063240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063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Projects.tsx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246120" y="3255264"/>
            <a:ext cx="4114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703320" y="3063240"/>
            <a:ext cx="4937760" cy="384048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0" y="30632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 (모든 행)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3520440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3520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Media.tsx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246120" y="3712464"/>
            <a:ext cx="4114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3703320" y="3520440"/>
            <a:ext cx="4937760" cy="384048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0" y="35204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(YouTube URL 자동 임베드)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3977640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3977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Contact.tsx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246120" y="4169664"/>
            <a:ext cx="4114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703320" y="3977640"/>
            <a:ext cx="4937760" cy="384048"/>
          </a:xfrm>
          <a:prstGeom prst="roundRect">
            <a:avLst>
              <a:gd name="adj" fmla="val 11905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0" y="39776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profiles.email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6 · 14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환경변수와 키 분리 — 절대 코드에 쓰지 않는다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키와 비공개 키를 구분하고 GitHub 에는 키 자체를 올리지 않습니다.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1664208"/>
            <a:ext cx="790041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.env.local  (절대 GitHub 에 커밋하지 않음)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NEXT_PUBLIC_SUPABASE_URL=https://xxx.supabase.co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NEXT_PUBLIC_SUPABASE_ANON_KEY=...        # 공개 OK (RLS 로 보호)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ADMIN_PASSWORD=myproject1234              # 서버 전용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SUPABASE_SERVICE_ROLE_KEY=...             # 서버 전용 (RLS 우회)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40690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291840"/>
            <a:ext cx="73152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3467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키 (NEXT_PUBLIC_*)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3657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브라우저에 노출 OK.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RLS public read 정책으로 보호.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3291840"/>
            <a:ext cx="40690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329184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33467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비공개 키 (서버 전용)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3657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라우트에서만 사용.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NEXT_PUBLIC_ 절대 금지.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7 · 15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에 코드 저장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전에 코드가 안전하게 저장되어 있어야 합니다.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1645920"/>
            <a:ext cx="5029200" cy="2286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1755648"/>
            <a:ext cx="470001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저장소 초기화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"feat: 초기 커밋"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GitHub 원격 저장소 연결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&lt;URL&gt;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-M main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0" y="1645920"/>
            <a:ext cx="30175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0" y="1645920"/>
            <a:ext cx="73152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커밋 전 확인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97880" y="2148840"/>
            <a:ext cx="2743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.gitignore 가 .env.local 포함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 status 에 .env.local 안 보임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Key 가 코드에 직접 박혀있지 않음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README 에 실행 방법 작성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7 · 16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Vercel 배포 — 5단계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URL 이 생기면 내 웹앱을 외부에서 볼 수 있습니다.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17282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97280" y="1691640"/>
            <a:ext cx="75895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저장소를 Vercel 에 Import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223113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97280" y="2194560"/>
            <a:ext cx="75895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Framework Preset = Next.js 자동 인식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27340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97280" y="2697480"/>
            <a:ext cx="75895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Environment Variables 에 4개 키 입력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32369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97280" y="3200400"/>
            <a:ext cx="75895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8016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Deploy 클릭 → 1~2분 대기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37398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097280" y="3703320"/>
            <a:ext cx="75895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8016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발급된 URL 을 PC + 모바일에서 확인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문제정의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47218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사용자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87168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AI역할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02152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데이터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17136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설계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532120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MVP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47104" y="4590288"/>
            <a:ext cx="960120" cy="201168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배포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7 · 17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전 최종 체크리스트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포트폴리오는 모바일로 볼 가능성이 높습니다.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1645920"/>
            <a:ext cx="269748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1645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2011680"/>
            <a:ext cx="26974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14884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Hero / About 표시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Skills 4개 이상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Projects 1개 이상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이미지·영상 표시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91840" y="1645920"/>
            <a:ext cx="269748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1645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· 배포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91840" y="2011680"/>
            <a:ext cx="26974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214884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Supabase 데이터 표시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환경변수 정상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Vercel URL 접속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모바일 화면 확인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1645920"/>
            <a:ext cx="269748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1645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26480" y="2011680"/>
            <a:ext cx="26974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214884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개인정보 제거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API Key 비공개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저작권 OK 이미지</a:t>
            </a:r>
            <a:endParaRPr lang="en-US" sz="12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회사 내부정보 없음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BONUS ·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페이지 (/admin) 로 데이터 입력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을 만지지 않고 웹 화면에서 직접 추가·수정·삭제할 수 있습니다.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 흐름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40690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57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/admin 접속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40690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60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ADMIN_PASSWORD 입력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0690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63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x-admin-password 헤더 검증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40690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66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Profile / Skills / Projects / Media 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17720" y="1691640"/>
            <a:ext cx="406908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1691640"/>
            <a:ext cx="73152" cy="2560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설계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73752" y="21945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service_role 키는 서버에서만 사용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 경로는 /api/admin 한 곳으로 격리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비밀번호는 sessionStorage 만 사용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profiles 는 자동 upsert (1행 유지)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페이지는 anon 키 + RLS public read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2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 · Project 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 · 19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발생하는 오류와 해결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오류는 실패가 아니라 연결 구조를 이해하는 기회입니다.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60604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1645920"/>
            <a:ext cx="24231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1645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1645920"/>
            <a:ext cx="306324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0" y="1645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029968"/>
            <a:ext cx="260604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029968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not found: @supabase/...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08960" y="2029968"/>
            <a:ext cx="242316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18688" y="202996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npm install 누락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0" y="2029968"/>
            <a:ext cx="306324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87568" y="2029968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npm install 다시 실행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487168"/>
            <a:ext cx="260604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487168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.env.local 에 ... 설정해 주세요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08960" y="2487168"/>
            <a:ext cx="24231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18688" y="248716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환경변수 미입력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2487168"/>
            <a:ext cx="306324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87568" y="2487168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.env.local 파일명·내용 재확인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944368"/>
            <a:ext cx="260604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944368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'데이터가 아직 없습니다' 화면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108960" y="2944368"/>
            <a:ext cx="242316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18688" y="294436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profiles 테이블 비어있음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77840" y="2944368"/>
            <a:ext cx="306324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87568" y="2944368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 Table Editor 에서 1행 추가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401568"/>
            <a:ext cx="260604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3401568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 Build failed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108960" y="3401568"/>
            <a:ext cx="24231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18688" y="340156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환경변수 미입력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77840" y="3401568"/>
            <a:ext cx="306324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87568" y="3401568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Vercel → Settings 에서 재입력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858768"/>
            <a:ext cx="260604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3858768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이미지 깨짐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108960" y="3858768"/>
            <a:ext cx="242316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18688" y="385876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도메인 미허용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577840" y="3858768"/>
            <a:ext cx="3063240" cy="457200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87568" y="3858768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next.config.js remotePatterns 추가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WRAP UP ·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만든 흐름이 모든 AI 앱의 골격이다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280160" cy="868680"/>
          </a:xfrm>
          <a:prstGeom prst="rect">
            <a:avLst/>
          </a:prstGeom>
          <a:solidFill>
            <a:srgbClr val="3A4A8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39572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0" y="2011680"/>
            <a:ext cx="1280160" cy="868680"/>
          </a:xfrm>
          <a:prstGeom prst="rect">
            <a:avLst/>
          </a:prstGeom>
          <a:solidFill>
            <a:srgbClr val="3A4A8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239572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CV / NLP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2011680"/>
            <a:ext cx="1280160" cy="868680"/>
          </a:xfrm>
          <a:prstGeom prst="rect">
            <a:avLst/>
          </a:prstGeom>
          <a:solidFill>
            <a:srgbClr val="3A4A8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239572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챗봇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1280160" cy="868680"/>
          </a:xfrm>
          <a:prstGeom prst="rect">
            <a:avLst/>
          </a:prstGeom>
          <a:solidFill>
            <a:srgbClr val="3A4A8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3558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자동화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828800" y="2971800"/>
            <a:ext cx="1280160" cy="868680"/>
          </a:xfrm>
          <a:prstGeom prst="rect">
            <a:avLst/>
          </a:prstGeom>
          <a:solidFill>
            <a:srgbClr val="3A4A8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33558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멀티모달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1280160" cy="868680"/>
          </a:xfrm>
          <a:prstGeom prst="rect">
            <a:avLst/>
          </a:prstGeom>
          <a:solidFill>
            <a:srgbClr val="3A4A8A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33558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배포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2011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→ 데이터 → AI → 화면 → 배포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663440" y="24688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0 에서 익힌 순서가 이후 6개 프로젝트의 공통 골격이 됩니다.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63440" y="3520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663440" y="4069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AI혁신 길라잡이 김사부 | AI 앱크리에이터 과정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0 — 자기소개 웹앱 강의 슬라이드</dc:title>
  <dc:subject>PptxGenJS Presentation</dc:subject>
  <dc:creator>AI혁신 길라잡이 김사부 | AI 앱크리에이터 과정</dc:creator>
  <cp:lastModifiedBy>AI혁신 길라잡이 김사부 | AI 앱크리에이터 과정</cp:lastModifiedBy>
  <cp:revision>1</cp:revision>
  <dcterms:created xsi:type="dcterms:W3CDTF">2026-06-19T06:05:29Z</dcterms:created>
  <dcterms:modified xsi:type="dcterms:W3CDTF">2026-06-19T06:05:29Z</dcterms:modified>
</cp:coreProperties>
</file>