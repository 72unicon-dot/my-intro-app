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457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0 · 학습자 시작 가이드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GitHub에서 코드 받아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화면 띄우기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ZIP 다운로드 → 설치 → 환경변수 → 실행, 총 30분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가이드는 GitHub 저장소를 처음 받은 학습자가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로컬에서 자기소개 웹앱 화면을 띄우기까지의 모든 단계를 담고 있습니다.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0" y="4434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학습자 시작 가이드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OVERVIEW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흐름 — 5단계 30분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단계를 차례로 따라하면 누구나 첫 화면까지 도달합니다.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92124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992124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1572768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2316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Node.js 설치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(이미 있으면 SKIP)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34540" y="1938528"/>
            <a:ext cx="82296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656332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2656332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21408" y="2331720"/>
            <a:ext cx="1572768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21408" y="242316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ZIP 다운로드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21408" y="283464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또는 git clone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98748" y="1938528"/>
            <a:ext cx="82296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320540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43205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785616" y="2331720"/>
            <a:ext cx="1572768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85616" y="242316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npm install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85616" y="283464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1~2분 대기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62956" y="1938528"/>
            <a:ext cx="82296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984748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5984748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449824" y="2331720"/>
            <a:ext cx="1572768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9824" y="242316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.env.local 만들기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49824" y="283464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 키 입력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027164" y="1938528"/>
            <a:ext cx="82296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648956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7648956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114032" y="2331720"/>
            <a:ext cx="1572768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14032" y="242316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npm run dev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114032" y="283464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localhost:3000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3840480"/>
            <a:ext cx="8229600" cy="384048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3840480"/>
            <a:ext cx="73152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621792" y="3840480"/>
            <a:ext cx="800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가이드의 슬라이드 번호 = 단계 번호 (대략). 막히면 해당 단계 슬라이드로 다시 돌아오세요.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학습자 시작 가이드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Node.js 18+ 설치 확인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설치되어 있으면 다음 단계로 넘어갑니다.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40690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00200"/>
            <a:ext cx="73152" cy="1828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91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확인 방법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PowerShell 열고 입력: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" y="2331720"/>
            <a:ext cx="3657600" cy="5943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2331720"/>
            <a:ext cx="73152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23682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6EF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Terminal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41832" y="2587752"/>
            <a:ext cx="3291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-v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3232" y="2999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v18.x.x 이상이 보이면 OK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1600200"/>
            <a:ext cx="40690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1600200"/>
            <a:ext cx="73152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691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설치하지 않은 경우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011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1) nodejs.org 접속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2) LTS 버전 다운로드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3) 설치 후 PowerShell 재시작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4) node -v 다시 확인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8229600" cy="384048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611880"/>
            <a:ext cx="73152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" y="3611880"/>
            <a:ext cx="800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VS Code (code.visualstudio.com) 도 같이 설치해두면 .env.local 편집할 때 편합니다.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학습자 시작 가이드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 · 방법 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GitHub에서 ZIP 다운로드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비전공자 추천 — Git CLI 몰라도 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1627632"/>
            <a:ext cx="75895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16276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github.com/72unicon-dot/my-intro-app 접속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1214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2084832"/>
            <a:ext cx="75895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20848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녹색 [ Code ] 버튼 클릭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5786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97280" y="2542032"/>
            <a:ext cx="75895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2542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하단의 'Download ZIP' 클릭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0358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97280" y="2999232"/>
            <a:ext cx="75895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80160" y="29992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다운로드된 my-intro-app-main.zip 압축 풀기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4930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97280" y="3456432"/>
            <a:ext cx="75895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80160" y="34564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압축 푼 폴더를 바탕화면으로 이동 (또는 원하는 위치)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069080"/>
            <a:ext cx="8229600" cy="384048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069080"/>
            <a:ext cx="73152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4069080"/>
            <a:ext cx="800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 이름이 my-intro-app-main 으로 끝납니다. 그대로 둬도 되고, my-intro-app 로 변경해도 됩니다.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학습자 시작 가이드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 · 방법 B (선택)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 Clone — 익숙한 분만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결과는 ZIP 다운로드와 동일합니다.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8229600" cy="1691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45920"/>
            <a:ext cx="73152" cy="1691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8249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6EF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Terminal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901952"/>
            <a:ext cx="786384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원하는 위치 (예: 바탕화면) 로 이동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~/Desktop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저장소 복제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https://github.com/72unicon-dot/my-intro-app.git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my-intro-app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40690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520440"/>
            <a:ext cx="73152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584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 Clone 장점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3840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git pull 로 강사 업데이트 즉시 반영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본인 작업 이력 (commit) 관리 가능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3520440"/>
            <a:ext cx="40690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352044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584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ZIP 다운로드 장점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73752" y="3840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Git 명령어 몰라도 됨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한 번에 끝 — 가장 빠른 시작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학습자 시작 가이드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PowerShell 에서 npm install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라이브러리 100여 개를 1~2분에 설치합니다.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8229600" cy="23317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27632"/>
            <a:ext cx="73152" cy="2331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6420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6EF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Terminal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883664"/>
            <a:ext cx="786384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PowerShell 실행 (검색창에 powershell)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압축 푼 폴더로 이동 (본인 경로로 수정)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"C:\Users\본인이름\Desktop\my-intro-app-main"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의존성 설치 (1~2분, 한 번만)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4069080"/>
            <a:ext cx="8229600" cy="384048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4069080"/>
            <a:ext cx="73152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4069080"/>
            <a:ext cx="800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 경로(예: 바탕화면)도 동작합니다. 폴더 경로에 공백이 있으면 반드시 따옴표로 감싸세요.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학습자 시작 가이드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.env.local 만들기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Key를 안전하게 보관합니다.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1) .env.local.example 파일을 마우스 우클릭 → 복사 → 같은 폴더에 붙여넣기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2) 복사된 파일의 이름을 .env.local 로 변경 (앞의 점 . 도 포함)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3) VS Code 또는 메모장으로 열어서 본인 키 값으로 채우기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8229600" cy="1280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834640"/>
            <a:ext cx="73152" cy="1280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7121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6EF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Terminal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85800" y="3090672"/>
            <a:ext cx="78638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NEXT_PUBLIC_SUPABASE_URL=https://YOUR-PROJECT.supabase.co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NEXT_PUBLIC_SUPABASE_ANON_KEY=YOUR-ANON-PUBLIC-KEY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ADMIN_PASSWORD=본인이_정한_비밀번호                # 예: myproject1234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SUPABASE_SERVICE_ROLE_KEY=YOUR-SERVICE-ROLE-KEY    # 절대 공유 X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4224528"/>
            <a:ext cx="8229600" cy="384048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224528"/>
            <a:ext cx="73152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4224528"/>
            <a:ext cx="800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 키 발급 — Supabase Dashboard → Settings → API → Project URL / anon / service_role 복사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학습자 시작 가이드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npm run dev — 첫 화면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이제 브라우저에서 본인 앱을 볼 수 있습니다.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406908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27632"/>
            <a:ext cx="73152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6420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6EF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Terminal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883664"/>
            <a:ext cx="3703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724912"/>
            <a:ext cx="4069080" cy="1508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797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6EF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 시 콘솔 출력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3749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▲ Next.js 14.2.35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Local:        http://localhost:3000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Environments: .env.local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Ready in 3s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1627632"/>
            <a:ext cx="40690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1627632"/>
            <a:ext cx="73152" cy="2468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행동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73752" y="205740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브라우저 새 탭 → localhost:3000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노란 'DEMO MODE' 배너가 없으면 LIVE 모드 ✓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/admin 접속 → ADMIN_PASSWORD 입력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Profile/Skills/Projects/Media 폼에 본인 정보 입력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60초 안에 메인 페이지에 반영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251960"/>
            <a:ext cx="8229600" cy="384048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251960"/>
            <a:ext cx="73152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4251960"/>
            <a:ext cx="800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서버를 멈추려면 PowerShell 창에서 Ctrl + C. 다시 시작하려면 npm run dev.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학습자 시작 가이드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TROUBLESHOOTING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막히는 곳 — 한 줄 해결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막혀도 당황하지 말고 표에서 찾으세요.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242316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276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26080" y="1627632"/>
            <a:ext cx="214884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162763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20640" y="1627632"/>
            <a:ext cx="356616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6276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975104"/>
            <a:ext cx="2423160" cy="393192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975104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3000 is in use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0" y="1975104"/>
            <a:ext cx="2148840" cy="393192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1975104"/>
            <a:ext cx="1965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서버 미종료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20640" y="1975104"/>
            <a:ext cx="3566160" cy="393192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1975104"/>
            <a:ext cx="3383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창에서 Ctrl+C → npm run dev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368296"/>
            <a:ext cx="242316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368296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ERR_CONNECTION_REFUSED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26080" y="2368296"/>
            <a:ext cx="214884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2368296"/>
            <a:ext cx="1965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서버가 안 떠있음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120640" y="2368296"/>
            <a:ext cx="356616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2368296"/>
            <a:ext cx="3383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PowerShell에서 npm run dev 실행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2761488"/>
            <a:ext cx="2423160" cy="393192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761488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노란 'DEMO MODE' 배너가 계속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926080" y="2761488"/>
            <a:ext cx="2148840" cy="393192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0" y="2761488"/>
            <a:ext cx="1965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.env.local 키 오타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120640" y="2761488"/>
            <a:ext cx="3566160" cy="393192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2761488"/>
            <a:ext cx="3383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 4개 재확인 후 서버 재시작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3154680"/>
            <a:ext cx="242316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154680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화면이 비어있음 (LIVE 모드)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926080" y="3154680"/>
            <a:ext cx="214884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3154680"/>
            <a:ext cx="1965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profiles 테이블 비어있음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120640" y="3154680"/>
            <a:ext cx="356616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3154680"/>
            <a:ext cx="3383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 또는 /admin 에서 1행 추가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3547872"/>
            <a:ext cx="2423160" cy="393192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547872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 비밀번호가 틀리다고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926080" y="3547872"/>
            <a:ext cx="2148840" cy="393192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0" y="3547872"/>
            <a:ext cx="1965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ADMIN_PASSWORD 불일치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120640" y="3547872"/>
            <a:ext cx="3566160" cy="393192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0" y="3547872"/>
            <a:ext cx="3383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.env.local 수정 후 서버 재시작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57200" y="3941064"/>
            <a:ext cx="242316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3941064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명령어를 찾을 수 없음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926080" y="3941064"/>
            <a:ext cx="214884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0" y="3941064"/>
            <a:ext cx="1965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Node.js 미설치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120640" y="3941064"/>
            <a:ext cx="356616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12080" y="3941064"/>
            <a:ext cx="3383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nodejs.org에서 LTS 설치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WRAP 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화면이 떴다면 시작 가이드 완료!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이제 docs/Project0_실습교재.pptx 를 펴고 7STEP을 따라가세요.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1106424" cy="1280160"/>
          </a:xfrm>
          <a:prstGeom prst="rect">
            <a:avLst/>
          </a:prstGeom>
          <a:solidFill>
            <a:srgbClr val="3A4A8A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2064" y="3017520"/>
            <a:ext cx="9966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정의 + 4W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09344" y="2560320"/>
            <a:ext cx="1106424" cy="1280160"/>
          </a:xfrm>
          <a:prstGeom prst="rect">
            <a:avLst/>
          </a:prstGeom>
          <a:solidFill>
            <a:srgbClr val="3A4A8A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9344" y="269748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64208" y="3017520"/>
            <a:ext cx="9966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+ 화면 흐름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61488" y="2560320"/>
            <a:ext cx="1106424" cy="1280160"/>
          </a:xfrm>
          <a:prstGeom prst="rect">
            <a:avLst/>
          </a:prstGeom>
          <a:solidFill>
            <a:srgbClr val="3A4A8A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269748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16352" y="3017520"/>
            <a:ext cx="9966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콘텐츠 4개 프롬프트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13632" y="2560320"/>
            <a:ext cx="1106424" cy="1280160"/>
          </a:xfrm>
          <a:prstGeom prst="rect">
            <a:avLst/>
          </a:prstGeom>
          <a:solidFill>
            <a:srgbClr val="3A4A8A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13632" y="269748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68496" y="3017520"/>
            <a:ext cx="9966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이미지·영상 URL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65776" y="2560320"/>
            <a:ext cx="1106424" cy="1280160"/>
          </a:xfrm>
          <a:prstGeom prst="rect">
            <a:avLst/>
          </a:prstGeom>
          <a:solidFill>
            <a:srgbClr val="3A4A8A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69748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0640" y="3017520"/>
            <a:ext cx="9966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 4 테이블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2560320"/>
            <a:ext cx="1106424" cy="1280160"/>
          </a:xfrm>
          <a:prstGeom prst="rect">
            <a:avLst/>
          </a:prstGeom>
          <a:solidFill>
            <a:srgbClr val="3A4A8A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69748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72784" y="3017520"/>
            <a:ext cx="9966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데이터 입력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70064" y="2560320"/>
            <a:ext cx="1106424" cy="1280160"/>
          </a:xfrm>
          <a:prstGeom prst="rect">
            <a:avLst/>
          </a:prstGeom>
          <a:solidFill>
            <a:srgbClr val="3A4A8A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70064" y="269748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24928" y="3017520"/>
            <a:ext cx="9966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Push → Vercel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막히는 단계가 있으면 강사에게 슬라이드 번호와 함께 질문하세요.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0" y="4526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0 — 학습자 시작 가이드</dc:title>
  <dc:subject>PptxGenJS Presentation</dc:subject>
  <dc:creator>AI혁신 길라잡이 김사부</dc:creator>
  <cp:lastModifiedBy>AI혁신 길라잡이 김사부</cp:lastModifiedBy>
  <cp:revision>1</cp:revision>
  <dcterms:created xsi:type="dcterms:W3CDTF">2026-06-19T20:04:58Z</dcterms:created>
  <dcterms:modified xsi:type="dcterms:W3CDTF">2026-06-19T20:04:58Z</dcterms:modified>
</cp:coreProperties>
</file>